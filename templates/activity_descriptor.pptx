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5"/>
  </p:sldMasterIdLst>
  <p:sldIdLst>
    <p:sldId id="256" r:id="rId6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D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213" autoAdjust="0"/>
    <p:restoredTop sz="94660"/>
  </p:normalViewPr>
  <p:slideViewPr>
    <p:cSldViewPr snapToGrid="0">
      <p:cViewPr varScale="1">
        <p:scale>
          <a:sx n="61" d="100"/>
          <a:sy n="61" d="100"/>
        </p:scale>
        <p:origin x="257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1.xml"/><Relationship Id="rId10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4">
            <a:extLst>
              <a:ext uri="{FF2B5EF4-FFF2-40B4-BE49-F238E27FC236}">
                <a16:creationId xmlns:a16="http://schemas.microsoft.com/office/drawing/2014/main" id="{8C5A89E0-6929-5D2F-E150-2A1165F2A0B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5900" y="429616"/>
            <a:ext cx="2260600" cy="836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</p:pic>
      <p:pic>
        <p:nvPicPr>
          <p:cNvPr id="10" name="Picture 5">
            <a:extLst>
              <a:ext uri="{FF2B5EF4-FFF2-40B4-BE49-F238E27FC236}">
                <a16:creationId xmlns:a16="http://schemas.microsoft.com/office/drawing/2014/main" id="{8195E7E8-385F-6A8A-8934-77A9A1F604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6143" y="1389149"/>
            <a:ext cx="3440113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</p:pic>
      <p:sp>
        <p:nvSpPr>
          <p:cNvPr id="11" name="Rectangle 11">
            <a:extLst>
              <a:ext uri="{FF2B5EF4-FFF2-40B4-BE49-F238E27FC236}">
                <a16:creationId xmlns:a16="http://schemas.microsoft.com/office/drawing/2014/main" id="{ACE19430-7FC6-A81D-CE73-E2204D6F731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899" y="7776754"/>
            <a:ext cx="6835775" cy="1829833"/>
          </a:xfrm>
          <a:prstGeom prst="rect">
            <a:avLst/>
          </a:prstGeom>
          <a:solidFill>
            <a:srgbClr val="5BC2E7">
              <a:alpha val="10001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Rectangle 12">
            <a:extLst>
              <a:ext uri="{FF2B5EF4-FFF2-40B4-BE49-F238E27FC236}">
                <a16:creationId xmlns:a16="http://schemas.microsoft.com/office/drawing/2014/main" id="{34A52166-D2C0-F80E-35DF-1A443CF4116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899" y="5070654"/>
            <a:ext cx="6835775" cy="2610308"/>
          </a:xfrm>
          <a:prstGeom prst="rect">
            <a:avLst/>
          </a:prstGeom>
          <a:solidFill>
            <a:srgbClr val="F1B434">
              <a:alpha val="10001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Rectangle 13">
            <a:extLst>
              <a:ext uri="{FF2B5EF4-FFF2-40B4-BE49-F238E27FC236}">
                <a16:creationId xmlns:a16="http://schemas.microsoft.com/office/drawing/2014/main" id="{A4C26008-31B1-9A25-176A-91CDAEC097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899" y="3026044"/>
            <a:ext cx="6835775" cy="1948818"/>
          </a:xfrm>
          <a:prstGeom prst="rect">
            <a:avLst/>
          </a:prstGeom>
          <a:solidFill>
            <a:srgbClr val="40C1AC">
              <a:alpha val="10001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2C1BB14C-2B0D-4473-CEAA-86C34EBE6F7B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-427516" y="3920283"/>
            <a:ext cx="1948818" cy="160338"/>
          </a:xfrm>
          <a:prstGeom prst="rect">
            <a:avLst/>
          </a:prstGeom>
          <a:solidFill>
            <a:srgbClr val="40C1A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" name="Rectangle 15">
            <a:extLst>
              <a:ext uri="{FF2B5EF4-FFF2-40B4-BE49-F238E27FC236}">
                <a16:creationId xmlns:a16="http://schemas.microsoft.com/office/drawing/2014/main" id="{4546C431-0CED-EAB7-D9BC-2FBEF8FEEF3F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-758262" y="6295641"/>
            <a:ext cx="2610309" cy="160338"/>
          </a:xfrm>
          <a:prstGeom prst="rect">
            <a:avLst/>
          </a:prstGeom>
          <a:solidFill>
            <a:srgbClr val="F1B434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153FE9BA-CA5B-2A82-9F73-62DC337EC379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335755" y="2642662"/>
            <a:ext cx="422275" cy="160338"/>
          </a:xfrm>
          <a:prstGeom prst="rect">
            <a:avLst/>
          </a:prstGeom>
          <a:solidFill>
            <a:srgbClr val="E65D5A"/>
          </a:solidFill>
          <a:ln>
            <a:noFill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17" name="Rectangle 17">
            <a:extLst>
              <a:ext uri="{FF2B5EF4-FFF2-40B4-BE49-F238E27FC236}">
                <a16:creationId xmlns:a16="http://schemas.microsoft.com/office/drawing/2014/main" id="{67FB2FCD-95F1-7B34-565B-8A2A9FFD5FC5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-368845" y="8612269"/>
            <a:ext cx="1831475" cy="160338"/>
          </a:xfrm>
          <a:prstGeom prst="rect">
            <a:avLst/>
          </a:prstGeom>
          <a:solidFill>
            <a:srgbClr val="5BC2E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0CF5FEE-0F55-7EED-A6E4-5853C36212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6723" y="9585881"/>
            <a:ext cx="2425700" cy="234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7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©2022 Spring Education Group, Inc.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Text Box 6">
            <a:extLst>
              <a:ext uri="{FF2B5EF4-FFF2-40B4-BE49-F238E27FC236}">
                <a16:creationId xmlns:a16="http://schemas.microsoft.com/office/drawing/2014/main" id="{92E9155B-9B77-2777-4E76-3DE22DEF5B9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0880" y="2493764"/>
            <a:ext cx="6400800" cy="671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Date: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0"/>
              </a:spcAft>
              <a:buClrTx/>
              <a:buSzTx/>
              <a:buFontTx/>
              <a:buNone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Activity: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w Cen MT" panose="020B06020201040206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w Cen MT" panose="020B06020201040206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w Cen MT" panose="020B06020201040206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500"/>
              </a:spcAft>
              <a:buClrTx/>
              <a:buSzTx/>
              <a:buFontTx/>
              <a:buNone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Skills Learned: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w Cen MT" panose="020B06020201040206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w Cen MT" panose="020B06020201040206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w Cen MT" panose="020B06020201040206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Tw Cen MT" panose="020B06020201040206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Links: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177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67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687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349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709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066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710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69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03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859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521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44254C-7FE5-49D4-900A-CFC9EDE1AB2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3BDD08-B77C-48BE-B72E-726FC7EE6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999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899AC4C-9409-6678-99BA-A30997A43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943" y="3452436"/>
            <a:ext cx="2279650" cy="1570037"/>
          </a:xfrm>
          <a:prstGeom prst="roundRect">
            <a:avLst>
              <a:gd name="adj" fmla="val 16667"/>
            </a:avLst>
          </a:prstGeom>
          <a:noFill/>
          <a:ln w="9525" cap="sq" algn="ctr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sx="0" sy="0" algn="ctr" rotWithShape="0">
                    <a:srgbClr val="000000">
                      <a:alpha val="0"/>
                    </a:srgbClr>
                  </a:outerShdw>
                </a:effectLst>
              </a14:hiddenEffects>
            </a:ext>
          </a:extLst>
        </p:spPr>
      </p:pic>
      <p:sp>
        <p:nvSpPr>
          <p:cNvPr id="4" name="Text Box 3">
            <a:extLst>
              <a:ext uri="{FF2B5EF4-FFF2-40B4-BE49-F238E27FC236}">
                <a16:creationId xmlns:a16="http://schemas.microsoft.com/office/drawing/2014/main" id="{142C89C9-2BB6-BA81-E061-500125A95B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02993" y="3068261"/>
            <a:ext cx="2219325" cy="341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Photo box if needed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Text Box 18">
            <a:extLst>
              <a:ext uri="{FF2B5EF4-FFF2-40B4-BE49-F238E27FC236}">
                <a16:creationId xmlns:a16="http://schemas.microsoft.com/office/drawing/2014/main" id="{8593CD26-FF14-E18F-69E1-B3F019AC6F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066" y="2606666"/>
            <a:ext cx="5240338" cy="4000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January 18, 2023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Text Box 19">
            <a:extLst>
              <a:ext uri="{FF2B5EF4-FFF2-40B4-BE49-F238E27FC236}">
                <a16:creationId xmlns:a16="http://schemas.microsoft.com/office/drawing/2014/main" id="{E63A0389-C802-5DE3-1857-F807D6E7C8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156" y="3370620"/>
            <a:ext cx="6283325" cy="1414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ts val="300"/>
              </a:spcAft>
            </a:pPr>
            <a:r>
              <a:rPr lang="en-US" altLang="en-US" dirty="0">
                <a:latin typeface="Tw Cen MT"/>
              </a:rPr>
              <a:t>This week was all about magical characters. Our </a:t>
            </a:r>
            <a:r>
              <a:rPr lang="en-US" altLang="en-US" err="1">
                <a:latin typeface="Tw Cen MT"/>
              </a:rPr>
              <a:t>secon</a:t>
            </a:r>
            <a:r>
              <a:rPr lang="en-US" altLang="en-US" dirty="0">
                <a:latin typeface="Tw Cen MT"/>
              </a:rPr>
              <a:t>d magical character was the fairy. We listened to a story by: Alice Walsted called How to catch a garden fairy. We talked about </a:t>
            </a:r>
            <a:r>
              <a:rPr lang="en-US" altLang="en-US">
                <a:latin typeface="Tw Cen MT"/>
              </a:rPr>
              <a:t>some of the things </a:t>
            </a:r>
            <a:endParaRPr lang="en-US" altLang="en-US" sz="1800" b="0" i="0" u="none" strike="noStrike" cap="none" normalizeH="0" baseline="0" dirty="0">
              <a:ln>
                <a:noFill/>
              </a:ln>
              <a:effectLst/>
              <a:latin typeface="Tw Cen MT"/>
            </a:endParaRPr>
          </a:p>
        </p:txBody>
      </p:sp>
      <p:sp>
        <p:nvSpPr>
          <p:cNvPr id="21" name="Text Box 20">
            <a:extLst>
              <a:ext uri="{FF2B5EF4-FFF2-40B4-BE49-F238E27FC236}">
                <a16:creationId xmlns:a16="http://schemas.microsoft.com/office/drawing/2014/main" id="{67A07F28-9BFC-BABB-3A5A-54FD41075E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156" y="5460256"/>
            <a:ext cx="6283325" cy="1963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Associates meaning to familiar words</a:t>
            </a:r>
          </a:p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Attends to baby sign language</a:t>
            </a:r>
          </a:p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Reaches for toys</a:t>
            </a:r>
          </a:p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Grasps toys</a:t>
            </a:r>
          </a:p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Uses fingers and palms to hold objects</a:t>
            </a:r>
          </a:p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Explores texture and sensation</a:t>
            </a:r>
          </a:p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Explores multi-sensory activities</a:t>
            </a:r>
          </a:p>
          <a:p>
            <a:pPr marL="176213" marR="0" lvl="0" indent="-1762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Shows some understanding of cause and effect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Text Box 21">
            <a:extLst>
              <a:ext uri="{FF2B5EF4-FFF2-40B4-BE49-F238E27FC236}">
                <a16:creationId xmlns:a16="http://schemas.microsoft.com/office/drawing/2014/main" id="{81EC45D4-0AD2-180C-A433-13B16491A8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156" y="8148751"/>
            <a:ext cx="6194425" cy="1249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EEECE1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pPr marL="169863" marR="0" lvl="0" indent="-1698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Language and Literacy</a:t>
            </a:r>
          </a:p>
          <a:p>
            <a:pPr marL="169863" marR="0" lvl="0" indent="-1698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Wellness</a:t>
            </a:r>
          </a:p>
          <a:p>
            <a:pPr marL="169863" marR="0" lvl="0" indent="-1698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Creative Expression</a:t>
            </a:r>
          </a:p>
          <a:p>
            <a:pPr marL="169863" marR="0" lvl="0" indent="-1698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Mathematics</a:t>
            </a:r>
          </a:p>
          <a:p>
            <a:pPr marL="169863" marR="0" lvl="0" indent="-1698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Pts val="1000"/>
              <a:buFont typeface="Symbol" panose="05050102010706020507" pitchFamily="18" charset="2"/>
              <a:buChar char="·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w Cen MT" panose="020B0602020104020603" pitchFamily="34" charset="0"/>
              </a:rPr>
              <a:t>Social Emotional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754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ECBEE6A9F992489431330E4269E269" ma:contentTypeVersion="12" ma:contentTypeDescription="Create a new document." ma:contentTypeScope="" ma:versionID="b02b9bd54e353efd685ddf79ef0df0dc">
  <xsd:schema xmlns:xsd="http://www.w3.org/2001/XMLSchema" xmlns:xs="http://www.w3.org/2001/XMLSchema" xmlns:p="http://schemas.microsoft.com/office/2006/metadata/properties" xmlns:ns2="46c134e8-bef0-482e-9f1c-a7294db10c31" xmlns:ns3="1d23d722-efd0-4caf-8689-3c9efa67bc8c" targetNamespace="http://schemas.microsoft.com/office/2006/metadata/properties" ma:root="true" ma:fieldsID="5ffc59caf5ffb47c7f18d11ff180c2a0" ns2:_="" ns3:_="">
    <xsd:import namespace="46c134e8-bef0-482e-9f1c-a7294db10c31"/>
    <xsd:import namespace="1d23d722-efd0-4caf-8689-3c9efa67bc8c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Descrip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c134e8-bef0-482e-9f1c-a7294db10c31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CatchAll" ma:index="15" nillable="true" ma:displayName="Taxonomy Catch All Column" ma:hidden="true" ma:list="c8af7089-8f60-480e-b7fc-8fd0a88024a1" ma:internalName="TaxCatchAll" ma:showField="CatchAllData" ma:web="46c134e8-bef0-482e-9f1c-a7294db10c3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3d722-efd0-4caf-8689-3c9efa67bc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5dfbfa43-a59f-45b3-a2f4-2ef0c079dc3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Description" ma:index="20" nillable="true" ma:displayName="Description " ma:format="Dropdown" ma:internalName="Description">
      <xsd:simpleType>
        <xsd:restriction base="dms:Text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46c134e8-bef0-482e-9f1c-a7294db10c31">RZXFP22AZQT3-1443949671-2</_dlc_DocId>
    <_dlc_DocIdUrl xmlns="46c134e8-bef0-482e-9f1c-a7294db10c31">
      <Url>https://nlcinccom.sharepoint.com/ed/_layouts/15/DocIdRedir.aspx?ID=RZXFP22AZQT3-1443949671-2</Url>
      <Description>RZXFP22AZQT3-1443949671-2</Description>
    </_dlc_DocIdUrl>
    <lcf76f155ced4ddcb4097134ff3c332f xmlns="1d23d722-efd0-4caf-8689-3c9efa67bc8c">
      <Terms xmlns="http://schemas.microsoft.com/office/infopath/2007/PartnerControls"/>
    </lcf76f155ced4ddcb4097134ff3c332f>
    <TaxCatchAll xmlns="46c134e8-bef0-482e-9f1c-a7294db10c31" xsi:nil="true"/>
    <Description xmlns="1d23d722-efd0-4caf-8689-3c9efa67bc8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D32A58ED-0C81-4BE2-A97E-1C90CB8E0A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c134e8-bef0-482e-9f1c-a7294db10c31"/>
    <ds:schemaRef ds:uri="1d23d722-efd0-4caf-8689-3c9efa67bc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E592711-B571-4DAB-A88F-D321DDCDD15C}">
  <ds:schemaRefs>
    <ds:schemaRef ds:uri="http://purl.org/dc/terms/"/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1d23d722-efd0-4caf-8689-3c9efa67bc8c"/>
    <ds:schemaRef ds:uri="46c134e8-bef0-482e-9f1c-a7294db10c31"/>
  </ds:schemaRefs>
</ds:datastoreItem>
</file>

<file path=customXml/itemProps3.xml><?xml version="1.0" encoding="utf-8"?>
<ds:datastoreItem xmlns:ds="http://schemas.openxmlformats.org/officeDocument/2006/customXml" ds:itemID="{E579EB95-1973-4674-B241-1BCE1991650D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EB40C345-5DED-434E-935D-D46D1B16FFB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</TotalTime>
  <Words>153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Linda Collinson</dc:creator>
  <cp:lastModifiedBy>Christie Joyce</cp:lastModifiedBy>
  <cp:revision>50</cp:revision>
  <dcterms:created xsi:type="dcterms:W3CDTF">2022-11-21T20:21:36Z</dcterms:created>
  <dcterms:modified xsi:type="dcterms:W3CDTF">2026-06-29T22:22:14Z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0x010100A9ECBEE6A9F992489431330E4269E269</vt:lpwstr>
  </property>
  <property fmtid="{D5CDD505-2E9C-101B-9397-08002B2CF9AE}" pid="3" name="_dlc_DocIdItemGuid">
    <vt:lpwstr>4c4f8a2a-1d85-4345-b308-2008434984a2</vt:lpwstr>
  </property>
  <property fmtid="{D5CDD505-2E9C-101B-9397-08002B2CF9AE}" pid="4" name="MediaServiceImageTags">
    <vt:lpwstr/>
  </property>
</Properties>
</file>