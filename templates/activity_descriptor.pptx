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sldIdLst>
    <p:sldId id="256" r:id="rId6"/>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5D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13" autoAdjust="0"/>
    <p:restoredTop sz="94660"/>
  </p:normalViewPr>
  <p:slideViewPr>
    <p:cSldViewPr snapToGrid="0">
      <p:cViewPr varScale="1">
        <p:scale>
          <a:sx n="65" d="100"/>
          <a:sy n="65" d="100"/>
        </p:scale>
        <p:origin x="2299"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5" Type="http://schemas.openxmlformats.org/officeDocument/2006/relationships/slideMaster" Target="slideMasters/slideMaster1.xml"/><Relationship Id="rId10"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9" name="Picture 4">
            <a:extLst>
              <a:ext uri="{FF2B5EF4-FFF2-40B4-BE49-F238E27FC236}">
                <a16:creationId xmlns:a16="http://schemas.microsoft.com/office/drawing/2014/main" id="{8C5A89E0-6929-5D2F-E150-2A1165F2A0B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755900" y="429616"/>
            <a:ext cx="2260600" cy="836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pic>
      <p:pic>
        <p:nvPicPr>
          <p:cNvPr id="10" name="Picture 5">
            <a:extLst>
              <a:ext uri="{FF2B5EF4-FFF2-40B4-BE49-F238E27FC236}">
                <a16:creationId xmlns:a16="http://schemas.microsoft.com/office/drawing/2014/main" id="{8195E7E8-385F-6A8A-8934-77A9A1F6049F}"/>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166143" y="1389149"/>
            <a:ext cx="3440113" cy="633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pic>
      <p:sp>
        <p:nvSpPr>
          <p:cNvPr id="11" name="Rectangle 11">
            <a:extLst>
              <a:ext uri="{FF2B5EF4-FFF2-40B4-BE49-F238E27FC236}">
                <a16:creationId xmlns:a16="http://schemas.microsoft.com/office/drawing/2014/main" id="{ACE19430-7FC6-A81D-CE73-E2204D6F731A}"/>
              </a:ext>
            </a:extLst>
          </p:cNvPr>
          <p:cNvSpPr>
            <a:spLocks noChangeArrowheads="1"/>
          </p:cNvSpPr>
          <p:nvPr userDrawn="1"/>
        </p:nvSpPr>
        <p:spPr bwMode="auto">
          <a:xfrm>
            <a:off x="469899" y="8202277"/>
            <a:ext cx="6835775" cy="1404310"/>
          </a:xfrm>
          <a:prstGeom prst="rect">
            <a:avLst/>
          </a:prstGeom>
          <a:solidFill>
            <a:srgbClr val="5BC2E7">
              <a:alpha val="10001"/>
            </a:srgbClr>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txBody>
          <a:bodyPr vert="horz" wrap="square" lIns="36576" tIns="36576" rIns="36576" bIns="36576" numCol="1" anchor="t" anchorCtr="0" compatLnSpc="1">
            <a:prstTxWarp prst="textNoShape">
              <a:avLst/>
            </a:prstTxWarp>
          </a:bodyPr>
          <a:lstStyle/>
          <a:p>
            <a:endParaRPr lang="en-US"/>
          </a:p>
        </p:txBody>
      </p:sp>
      <p:sp>
        <p:nvSpPr>
          <p:cNvPr id="12" name="Rectangle 12">
            <a:extLst>
              <a:ext uri="{FF2B5EF4-FFF2-40B4-BE49-F238E27FC236}">
                <a16:creationId xmlns:a16="http://schemas.microsoft.com/office/drawing/2014/main" id="{34A52166-D2C0-F80E-35DF-1A443CF41163}"/>
              </a:ext>
            </a:extLst>
          </p:cNvPr>
          <p:cNvSpPr>
            <a:spLocks noChangeArrowheads="1"/>
          </p:cNvSpPr>
          <p:nvPr userDrawn="1"/>
        </p:nvSpPr>
        <p:spPr bwMode="auto">
          <a:xfrm>
            <a:off x="469899" y="5777388"/>
            <a:ext cx="6835775" cy="2343418"/>
          </a:xfrm>
          <a:prstGeom prst="rect">
            <a:avLst/>
          </a:prstGeom>
          <a:solidFill>
            <a:srgbClr val="F1B434">
              <a:alpha val="10001"/>
            </a:srgbClr>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txBody>
          <a:bodyPr vert="horz" wrap="square" lIns="36576" tIns="36576" rIns="36576" bIns="36576" numCol="1" anchor="t" anchorCtr="0" compatLnSpc="1">
            <a:prstTxWarp prst="textNoShape">
              <a:avLst/>
            </a:prstTxWarp>
          </a:bodyPr>
          <a:lstStyle/>
          <a:p>
            <a:endParaRPr lang="en-US"/>
          </a:p>
        </p:txBody>
      </p:sp>
      <p:sp>
        <p:nvSpPr>
          <p:cNvPr id="13" name="Rectangle 13">
            <a:extLst>
              <a:ext uri="{FF2B5EF4-FFF2-40B4-BE49-F238E27FC236}">
                <a16:creationId xmlns:a16="http://schemas.microsoft.com/office/drawing/2014/main" id="{A4C26008-31B1-9A25-176A-91CDAEC09765}"/>
              </a:ext>
            </a:extLst>
          </p:cNvPr>
          <p:cNvSpPr>
            <a:spLocks noChangeArrowheads="1"/>
          </p:cNvSpPr>
          <p:nvPr userDrawn="1"/>
        </p:nvSpPr>
        <p:spPr bwMode="auto">
          <a:xfrm>
            <a:off x="469899" y="3026043"/>
            <a:ext cx="6835775" cy="2669874"/>
          </a:xfrm>
          <a:prstGeom prst="rect">
            <a:avLst/>
          </a:prstGeom>
          <a:solidFill>
            <a:srgbClr val="40C1AC">
              <a:alpha val="10001"/>
            </a:srgbClr>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txBody>
          <a:bodyPr vert="horz" wrap="square" lIns="36576" tIns="36576" rIns="36576" bIns="36576" numCol="1" anchor="t" anchorCtr="0" compatLnSpc="1">
            <a:prstTxWarp prst="textNoShape">
              <a:avLst/>
            </a:prstTxWarp>
          </a:bodyPr>
          <a:lstStyle/>
          <a:p>
            <a:endParaRPr lang="en-US"/>
          </a:p>
        </p:txBody>
      </p:sp>
      <p:sp>
        <p:nvSpPr>
          <p:cNvPr id="14" name="Rectangle 14">
            <a:extLst>
              <a:ext uri="{FF2B5EF4-FFF2-40B4-BE49-F238E27FC236}">
                <a16:creationId xmlns:a16="http://schemas.microsoft.com/office/drawing/2014/main" id="{2C1BB14C-2B0D-4473-CEAA-86C34EBE6F7B}"/>
              </a:ext>
            </a:extLst>
          </p:cNvPr>
          <p:cNvSpPr>
            <a:spLocks noChangeArrowheads="1"/>
          </p:cNvSpPr>
          <p:nvPr userDrawn="1"/>
        </p:nvSpPr>
        <p:spPr bwMode="auto">
          <a:xfrm rot="5400000">
            <a:off x="-788044" y="4280811"/>
            <a:ext cx="2669874" cy="160338"/>
          </a:xfrm>
          <a:prstGeom prst="rect">
            <a:avLst/>
          </a:prstGeom>
          <a:solidFill>
            <a:srgbClr val="40C1AC"/>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txBody>
          <a:bodyPr vert="horz" wrap="square" lIns="36576" tIns="36576" rIns="36576" bIns="36576" numCol="1" anchor="t" anchorCtr="0" compatLnSpc="1">
            <a:prstTxWarp prst="textNoShape">
              <a:avLst/>
            </a:prstTxWarp>
          </a:bodyPr>
          <a:lstStyle/>
          <a:p>
            <a:endParaRPr lang="en-US"/>
          </a:p>
        </p:txBody>
      </p:sp>
      <p:sp>
        <p:nvSpPr>
          <p:cNvPr id="15" name="Rectangle 15">
            <a:extLst>
              <a:ext uri="{FF2B5EF4-FFF2-40B4-BE49-F238E27FC236}">
                <a16:creationId xmlns:a16="http://schemas.microsoft.com/office/drawing/2014/main" id="{4546C431-0CED-EAB7-D9BC-2FBEF8FEEF3F}"/>
              </a:ext>
            </a:extLst>
          </p:cNvPr>
          <p:cNvSpPr>
            <a:spLocks noChangeArrowheads="1"/>
          </p:cNvSpPr>
          <p:nvPr userDrawn="1"/>
        </p:nvSpPr>
        <p:spPr bwMode="auto">
          <a:xfrm rot="5400000">
            <a:off x="-624818" y="6868930"/>
            <a:ext cx="2343421" cy="160338"/>
          </a:xfrm>
          <a:prstGeom prst="rect">
            <a:avLst/>
          </a:prstGeom>
          <a:solidFill>
            <a:srgbClr val="F1B434"/>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txBody>
          <a:bodyPr vert="horz" wrap="square" lIns="36576" tIns="36576" rIns="36576" bIns="36576" numCol="1" anchor="t" anchorCtr="0" compatLnSpc="1">
            <a:prstTxWarp prst="textNoShape">
              <a:avLst/>
            </a:prstTxWarp>
          </a:bodyPr>
          <a:lstStyle/>
          <a:p>
            <a:endParaRPr lang="en-US"/>
          </a:p>
        </p:txBody>
      </p:sp>
      <p:sp>
        <p:nvSpPr>
          <p:cNvPr id="16" name="Rectangle 16">
            <a:extLst>
              <a:ext uri="{FF2B5EF4-FFF2-40B4-BE49-F238E27FC236}">
                <a16:creationId xmlns:a16="http://schemas.microsoft.com/office/drawing/2014/main" id="{153FE9BA-CA5B-2A82-9F73-62DC337EC379}"/>
              </a:ext>
            </a:extLst>
          </p:cNvPr>
          <p:cNvSpPr>
            <a:spLocks noChangeArrowheads="1"/>
          </p:cNvSpPr>
          <p:nvPr userDrawn="1"/>
        </p:nvSpPr>
        <p:spPr bwMode="auto">
          <a:xfrm rot="5400000">
            <a:off x="335755" y="2642662"/>
            <a:ext cx="422275" cy="160338"/>
          </a:xfrm>
          <a:prstGeom prst="rect">
            <a:avLst/>
          </a:prstGeom>
          <a:solidFill>
            <a:srgbClr val="E65D5A"/>
          </a:solidFill>
          <a:ln>
            <a:noFill/>
          </a:ln>
          <a:effectLst/>
        </p:spPr>
        <p:txBody>
          <a:bodyPr vert="horz" wrap="square" lIns="36576" tIns="36576" rIns="36576" bIns="36576" numCol="1" anchor="t" anchorCtr="0" compatLnSpc="1">
            <a:prstTxWarp prst="textNoShape">
              <a:avLst/>
            </a:prstTxWarp>
          </a:bodyPr>
          <a:lstStyle/>
          <a:p>
            <a:endParaRPr lang="en-US" dirty="0"/>
          </a:p>
        </p:txBody>
      </p:sp>
      <p:sp>
        <p:nvSpPr>
          <p:cNvPr id="17" name="Rectangle 17">
            <a:extLst>
              <a:ext uri="{FF2B5EF4-FFF2-40B4-BE49-F238E27FC236}">
                <a16:creationId xmlns:a16="http://schemas.microsoft.com/office/drawing/2014/main" id="{67FB2FCD-95F1-7B34-565B-8A2A9FFD5FC5}"/>
              </a:ext>
            </a:extLst>
          </p:cNvPr>
          <p:cNvSpPr>
            <a:spLocks noChangeArrowheads="1"/>
          </p:cNvSpPr>
          <p:nvPr userDrawn="1"/>
        </p:nvSpPr>
        <p:spPr bwMode="auto">
          <a:xfrm rot="5400000">
            <a:off x="-156056" y="8825059"/>
            <a:ext cx="1405897" cy="160338"/>
          </a:xfrm>
          <a:prstGeom prst="rect">
            <a:avLst/>
          </a:prstGeom>
          <a:solidFill>
            <a:srgbClr val="5BC2E7"/>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txBody>
          <a:bodyPr vert="horz" wrap="square" lIns="36576" tIns="36576" rIns="36576" bIns="36576" numCol="1" anchor="t" anchorCtr="0" compatLnSpc="1">
            <a:prstTxWarp prst="textNoShape">
              <a:avLst/>
            </a:prstTxWarp>
          </a:bodyPr>
          <a:lstStyle/>
          <a:p>
            <a:endParaRPr lang="en-US"/>
          </a:p>
        </p:txBody>
      </p:sp>
      <p:sp>
        <p:nvSpPr>
          <p:cNvPr id="18" name="Text Box 2">
            <a:extLst>
              <a:ext uri="{FF2B5EF4-FFF2-40B4-BE49-F238E27FC236}">
                <a16:creationId xmlns:a16="http://schemas.microsoft.com/office/drawing/2014/main" id="{30CF5FEE-0F55-7EED-A6E4-5853C3621277}"/>
              </a:ext>
            </a:extLst>
          </p:cNvPr>
          <p:cNvSpPr txBox="1">
            <a:spLocks noChangeArrowheads="1"/>
          </p:cNvSpPr>
          <p:nvPr userDrawn="1"/>
        </p:nvSpPr>
        <p:spPr bwMode="auto">
          <a:xfrm>
            <a:off x="466723" y="9585881"/>
            <a:ext cx="2425700" cy="234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dirty="0">
                <a:ln>
                  <a:noFill/>
                </a:ln>
                <a:solidFill>
                  <a:srgbClr val="000000"/>
                </a:solidFill>
                <a:effectLst/>
                <a:latin typeface="Calibri" panose="020F0502020204030204" pitchFamily="34" charset="0"/>
              </a:rPr>
              <a:t>©2022 Spring Education Group, Inc.</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Text Box 6">
            <a:extLst>
              <a:ext uri="{FF2B5EF4-FFF2-40B4-BE49-F238E27FC236}">
                <a16:creationId xmlns:a16="http://schemas.microsoft.com/office/drawing/2014/main" id="{92E9155B-9B77-2777-4E76-3DE22DEF5B9A}"/>
              </a:ext>
            </a:extLst>
          </p:cNvPr>
          <p:cNvSpPr txBox="1">
            <a:spLocks noChangeArrowheads="1"/>
          </p:cNvSpPr>
          <p:nvPr userDrawn="1"/>
        </p:nvSpPr>
        <p:spPr bwMode="auto">
          <a:xfrm>
            <a:off x="685799" y="2511694"/>
            <a:ext cx="6400800" cy="4185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ts val="1200"/>
              </a:spcAft>
              <a:buClrTx/>
              <a:buSzTx/>
              <a:buFontTx/>
              <a:buNone/>
              <a:tabLst/>
            </a:pPr>
            <a:r>
              <a:rPr kumimoji="0" lang="en-US" altLang="en-US" sz="2200" b="1" i="0" u="none" strike="noStrike" cap="none" normalizeH="0" baseline="0" dirty="0">
                <a:ln>
                  <a:noFill/>
                </a:ln>
                <a:solidFill>
                  <a:srgbClr val="000000"/>
                </a:solidFill>
                <a:effectLst/>
                <a:latin typeface="Tw Cen MT" panose="020B0602020104020603" pitchFamily="34" charset="0"/>
              </a:rPr>
              <a:t>Date:</a:t>
            </a:r>
          </a:p>
        </p:txBody>
      </p:sp>
      <p:sp>
        <p:nvSpPr>
          <p:cNvPr id="3" name="Text Box 6">
            <a:extLst>
              <a:ext uri="{FF2B5EF4-FFF2-40B4-BE49-F238E27FC236}">
                <a16:creationId xmlns:a16="http://schemas.microsoft.com/office/drawing/2014/main" id="{21A873ED-892F-BC1F-F0EF-72E4738ECE78}"/>
              </a:ext>
            </a:extLst>
          </p:cNvPr>
          <p:cNvSpPr txBox="1">
            <a:spLocks noChangeArrowheads="1"/>
          </p:cNvSpPr>
          <p:nvPr userDrawn="1"/>
        </p:nvSpPr>
        <p:spPr bwMode="auto">
          <a:xfrm>
            <a:off x="685799" y="3033009"/>
            <a:ext cx="6400800" cy="4185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ts val="1200"/>
              </a:spcAft>
              <a:buClrTx/>
              <a:buSzTx/>
              <a:buFontTx/>
              <a:buNone/>
              <a:tabLst/>
            </a:pPr>
            <a:r>
              <a:rPr kumimoji="0" lang="en-US" altLang="en-US" sz="2200" b="1" i="0" u="none" strike="noStrike" cap="none" normalizeH="0" baseline="0" dirty="0">
                <a:ln>
                  <a:noFill/>
                </a:ln>
                <a:solidFill>
                  <a:srgbClr val="000000"/>
                </a:solidFill>
                <a:effectLst/>
                <a:latin typeface="Tw Cen MT" panose="020B0602020104020603" pitchFamily="34" charset="0"/>
              </a:rPr>
              <a:t>Activity:</a:t>
            </a:r>
          </a:p>
        </p:txBody>
      </p:sp>
      <p:sp>
        <p:nvSpPr>
          <p:cNvPr id="5" name="Text Box 6">
            <a:extLst>
              <a:ext uri="{FF2B5EF4-FFF2-40B4-BE49-F238E27FC236}">
                <a16:creationId xmlns:a16="http://schemas.microsoft.com/office/drawing/2014/main" id="{7403847F-5176-DDBD-AC29-8C91005CC41F}"/>
              </a:ext>
            </a:extLst>
          </p:cNvPr>
          <p:cNvSpPr txBox="1">
            <a:spLocks noChangeArrowheads="1"/>
          </p:cNvSpPr>
          <p:nvPr userDrawn="1"/>
        </p:nvSpPr>
        <p:spPr bwMode="auto">
          <a:xfrm>
            <a:off x="698187" y="5792165"/>
            <a:ext cx="6400800" cy="4185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ts val="1200"/>
              </a:spcAft>
              <a:buClrTx/>
              <a:buSzTx/>
              <a:buFontTx/>
              <a:buNone/>
              <a:tabLst/>
            </a:pPr>
            <a:r>
              <a:rPr kumimoji="0" lang="en-US" altLang="en-US" sz="2200" b="1" i="0" u="none" strike="noStrike" cap="none" normalizeH="0" baseline="0" dirty="0">
                <a:ln>
                  <a:noFill/>
                </a:ln>
                <a:solidFill>
                  <a:srgbClr val="000000"/>
                </a:solidFill>
                <a:effectLst/>
                <a:latin typeface="Tw Cen MT" panose="020B0602020104020603" pitchFamily="34" charset="0"/>
              </a:rPr>
              <a:t>Skills Learned:</a:t>
            </a:r>
          </a:p>
        </p:txBody>
      </p:sp>
      <p:sp>
        <p:nvSpPr>
          <p:cNvPr id="7" name="Text Box 6">
            <a:extLst>
              <a:ext uri="{FF2B5EF4-FFF2-40B4-BE49-F238E27FC236}">
                <a16:creationId xmlns:a16="http://schemas.microsoft.com/office/drawing/2014/main" id="{E652F733-1A2C-6C23-2EF3-D7CEB0C69D33}"/>
              </a:ext>
            </a:extLst>
          </p:cNvPr>
          <p:cNvSpPr txBox="1">
            <a:spLocks noChangeArrowheads="1"/>
          </p:cNvSpPr>
          <p:nvPr userDrawn="1"/>
        </p:nvSpPr>
        <p:spPr bwMode="auto">
          <a:xfrm>
            <a:off x="685799" y="8188192"/>
            <a:ext cx="6400800" cy="4185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ts val="1200"/>
              </a:spcAft>
              <a:buClrTx/>
              <a:buSzTx/>
              <a:buFontTx/>
              <a:buNone/>
              <a:tabLst/>
            </a:pPr>
            <a:r>
              <a:rPr kumimoji="0" lang="en-US" altLang="en-US" sz="2200" b="1" i="0" u="none" strike="noStrike" cap="none" normalizeH="0" baseline="0" dirty="0">
                <a:ln>
                  <a:noFill/>
                </a:ln>
                <a:solidFill>
                  <a:srgbClr val="000000"/>
                </a:solidFill>
                <a:effectLst/>
                <a:latin typeface="Tw Cen MT" panose="020B0602020104020603" pitchFamily="34" charset="0"/>
              </a:rPr>
              <a:t>Links:</a:t>
            </a:r>
          </a:p>
        </p:txBody>
      </p:sp>
    </p:spTree>
    <p:extLst>
      <p:ext uri="{BB962C8B-B14F-4D97-AF65-F5344CB8AC3E}">
        <p14:creationId xmlns:p14="http://schemas.microsoft.com/office/powerpoint/2010/main" val="2555177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44254C-7FE5-49D4-900A-CFC9EDE1AB2E}"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3BDD08-B77C-48BE-B72E-726FC7EE6552}" type="slidenum">
              <a:rPr lang="en-US" smtClean="0"/>
              <a:t>‹#›</a:t>
            </a:fld>
            <a:endParaRPr lang="en-US"/>
          </a:p>
        </p:txBody>
      </p:sp>
    </p:spTree>
    <p:extLst>
      <p:ext uri="{BB962C8B-B14F-4D97-AF65-F5344CB8AC3E}">
        <p14:creationId xmlns:p14="http://schemas.microsoft.com/office/powerpoint/2010/main" val="39590671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05" y="2507618"/>
            <a:ext cx="6703695" cy="4184014"/>
          </a:xfrm>
        </p:spPr>
        <p:txBody>
          <a:bodyPr anchor="b"/>
          <a:lstStyle>
            <a:lvl1pPr>
              <a:defRPr sz="5100"/>
            </a:lvl1pPr>
          </a:lstStyle>
          <a:p>
            <a:r>
              <a:rPr lang="en-US"/>
              <a:t>Click to edit Master title style</a:t>
            </a:r>
            <a:endParaRPr lang="en-US" dirty="0"/>
          </a:p>
        </p:txBody>
      </p:sp>
      <p:sp>
        <p:nvSpPr>
          <p:cNvPr id="3" name="Text Placeholder 2"/>
          <p:cNvSpPr>
            <a:spLocks noGrp="1"/>
          </p:cNvSpPr>
          <p:nvPr>
            <p:ph type="body" idx="1"/>
          </p:nvPr>
        </p:nvSpPr>
        <p:spPr>
          <a:xfrm>
            <a:off x="530305" y="6731215"/>
            <a:ext cx="6703695" cy="2200274"/>
          </a:xfrm>
        </p:spPr>
        <p:txBody>
          <a:bodyPr/>
          <a:lstStyle>
            <a:lvl1pPr marL="0" indent="0">
              <a:buNone/>
              <a:defRPr sz="2040">
                <a:solidFill>
                  <a:schemeClr val="tx1"/>
                </a:solidFill>
              </a:defRPr>
            </a:lvl1pPr>
            <a:lvl2pPr marL="388620" indent="0">
              <a:buNone/>
              <a:defRPr sz="1700">
                <a:solidFill>
                  <a:schemeClr val="tx1">
                    <a:tint val="75000"/>
                  </a:schemeClr>
                </a:solidFill>
              </a:defRPr>
            </a:lvl2pPr>
            <a:lvl3pPr marL="777240" indent="0">
              <a:buNone/>
              <a:defRPr sz="1530">
                <a:solidFill>
                  <a:schemeClr val="tx1">
                    <a:tint val="75000"/>
                  </a:schemeClr>
                </a:solidFill>
              </a:defRPr>
            </a:lvl3pPr>
            <a:lvl4pPr marL="1165860" indent="0">
              <a:buNone/>
              <a:defRPr sz="1360">
                <a:solidFill>
                  <a:schemeClr val="tx1">
                    <a:tint val="75000"/>
                  </a:schemeClr>
                </a:solidFill>
              </a:defRPr>
            </a:lvl4pPr>
            <a:lvl5pPr marL="1554480" indent="0">
              <a:buNone/>
              <a:defRPr sz="1360">
                <a:solidFill>
                  <a:schemeClr val="tx1">
                    <a:tint val="75000"/>
                  </a:schemeClr>
                </a:solidFill>
              </a:defRPr>
            </a:lvl5pPr>
            <a:lvl6pPr marL="1943100" indent="0">
              <a:buNone/>
              <a:defRPr sz="1360">
                <a:solidFill>
                  <a:schemeClr val="tx1">
                    <a:tint val="75000"/>
                  </a:schemeClr>
                </a:solidFill>
              </a:defRPr>
            </a:lvl6pPr>
            <a:lvl7pPr marL="2331720" indent="0">
              <a:buNone/>
              <a:defRPr sz="1360">
                <a:solidFill>
                  <a:schemeClr val="tx1">
                    <a:tint val="75000"/>
                  </a:schemeClr>
                </a:solidFill>
              </a:defRPr>
            </a:lvl7pPr>
            <a:lvl8pPr marL="2720340" indent="0">
              <a:buNone/>
              <a:defRPr sz="1360">
                <a:solidFill>
                  <a:schemeClr val="tx1">
                    <a:tint val="75000"/>
                  </a:schemeClr>
                </a:solidFill>
              </a:defRPr>
            </a:lvl8pPr>
            <a:lvl9pPr marL="3108960" indent="0">
              <a:buNone/>
              <a:defRPr sz="13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44254C-7FE5-49D4-900A-CFC9EDE1AB2E}"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3BDD08-B77C-48BE-B72E-726FC7EE6552}" type="slidenum">
              <a:rPr lang="en-US" smtClean="0"/>
              <a:t>‹#›</a:t>
            </a:fld>
            <a:endParaRPr lang="en-US"/>
          </a:p>
        </p:txBody>
      </p:sp>
    </p:spTree>
    <p:extLst>
      <p:ext uri="{BB962C8B-B14F-4D97-AF65-F5344CB8AC3E}">
        <p14:creationId xmlns:p14="http://schemas.microsoft.com/office/powerpoint/2010/main" val="4196687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34353"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934778"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144254C-7FE5-49D4-900A-CFC9EDE1AB2E}" type="datetimeFigureOut">
              <a:rPr lang="en-US" smtClean="0"/>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3BDD08-B77C-48BE-B72E-726FC7EE6552}" type="slidenum">
              <a:rPr lang="en-US" smtClean="0"/>
              <a:t>‹#›</a:t>
            </a:fld>
            <a:endParaRPr lang="en-US"/>
          </a:p>
        </p:txBody>
      </p:sp>
    </p:spTree>
    <p:extLst>
      <p:ext uri="{BB962C8B-B14F-4D97-AF65-F5344CB8AC3E}">
        <p14:creationId xmlns:p14="http://schemas.microsoft.com/office/powerpoint/2010/main" val="500349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365" y="535519"/>
            <a:ext cx="6703695" cy="1944159"/>
          </a:xfrm>
        </p:spPr>
        <p:txBody>
          <a:bodyPr/>
          <a:lstStyle/>
          <a:p>
            <a:r>
              <a:rPr lang="en-US"/>
              <a:t>Click to edit Master title style</a:t>
            </a:r>
            <a:endParaRPr lang="en-US" dirty="0"/>
          </a:p>
        </p:txBody>
      </p:sp>
      <p:sp>
        <p:nvSpPr>
          <p:cNvPr id="3" name="Text Placeholder 2"/>
          <p:cNvSpPr>
            <a:spLocks noGrp="1"/>
          </p:cNvSpPr>
          <p:nvPr>
            <p:ph type="body" idx="1"/>
          </p:nvPr>
        </p:nvSpPr>
        <p:spPr>
          <a:xfrm>
            <a:off x="535366" y="2465706"/>
            <a:ext cx="3288089"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4" name="Content Placeholder 3"/>
          <p:cNvSpPr>
            <a:spLocks noGrp="1"/>
          </p:cNvSpPr>
          <p:nvPr>
            <p:ph sz="half" idx="2"/>
          </p:nvPr>
        </p:nvSpPr>
        <p:spPr>
          <a:xfrm>
            <a:off x="535366" y="3674110"/>
            <a:ext cx="3288089"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934778" y="2465706"/>
            <a:ext cx="3304282"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6" name="Content Placeholder 5"/>
          <p:cNvSpPr>
            <a:spLocks noGrp="1"/>
          </p:cNvSpPr>
          <p:nvPr>
            <p:ph sz="quarter" idx="4"/>
          </p:nvPr>
        </p:nvSpPr>
        <p:spPr>
          <a:xfrm>
            <a:off x="3934778" y="3674110"/>
            <a:ext cx="3304282"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144254C-7FE5-49D4-900A-CFC9EDE1AB2E}" type="datetimeFigureOut">
              <a:rPr lang="en-US" smtClean="0"/>
              <a:t>7/19/2026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3BDD08-B77C-48BE-B72E-726FC7EE6552}" type="slidenum">
              <a:rPr lang="en-US" smtClean="0"/>
              <a:t>‹#›</a:t>
            </a:fld>
            <a:endParaRPr lang="en-US"/>
          </a:p>
        </p:txBody>
      </p:sp>
    </p:spTree>
    <p:extLst>
      <p:ext uri="{BB962C8B-B14F-4D97-AF65-F5344CB8AC3E}">
        <p14:creationId xmlns:p14="http://schemas.microsoft.com/office/powerpoint/2010/main" val="460709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4254C-7FE5-49D4-900A-CFC9EDE1AB2E}" type="datetimeFigureOut">
              <a:rPr lang="en-US" smtClean="0"/>
              <a:t>7/19/2026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3BDD08-B77C-48BE-B72E-726FC7EE6552}" type="slidenum">
              <a:rPr lang="en-US" smtClean="0"/>
              <a:t>‹#›</a:t>
            </a:fld>
            <a:endParaRPr lang="en-US"/>
          </a:p>
        </p:txBody>
      </p:sp>
    </p:spTree>
    <p:extLst>
      <p:ext uri="{BB962C8B-B14F-4D97-AF65-F5344CB8AC3E}">
        <p14:creationId xmlns:p14="http://schemas.microsoft.com/office/powerpoint/2010/main" val="3691066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44254C-7FE5-49D4-900A-CFC9EDE1AB2E}" type="datetimeFigureOut">
              <a:rPr lang="en-US" smtClean="0"/>
              <a:t>7/19/2026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3BDD08-B77C-48BE-B72E-726FC7EE6552}" type="slidenum">
              <a:rPr lang="en-US" smtClean="0"/>
              <a:t>‹#›</a:t>
            </a:fld>
            <a:endParaRPr lang="en-US"/>
          </a:p>
        </p:txBody>
      </p:sp>
    </p:spTree>
    <p:extLst>
      <p:ext uri="{BB962C8B-B14F-4D97-AF65-F5344CB8AC3E}">
        <p14:creationId xmlns:p14="http://schemas.microsoft.com/office/powerpoint/2010/main" val="2972710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Content Placeholder 2"/>
          <p:cNvSpPr>
            <a:spLocks noGrp="1"/>
          </p:cNvSpPr>
          <p:nvPr>
            <p:ph idx="1"/>
          </p:nvPr>
        </p:nvSpPr>
        <p:spPr>
          <a:xfrm>
            <a:off x="3304282" y="1448226"/>
            <a:ext cx="3934778" cy="7147983"/>
          </a:xfrm>
        </p:spPr>
        <p:txBody>
          <a:bodyPr/>
          <a:lstStyle>
            <a:lvl1pPr>
              <a:defRPr sz="2720"/>
            </a:lvl1pPr>
            <a:lvl2pPr>
              <a:defRPr sz="2380"/>
            </a:lvl2pPr>
            <a:lvl3pPr>
              <a:defRPr sz="204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A144254C-7FE5-49D4-900A-CFC9EDE1AB2E}" type="datetimeFigureOut">
              <a:rPr lang="en-US" smtClean="0"/>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3BDD08-B77C-48BE-B72E-726FC7EE6552}" type="slidenum">
              <a:rPr lang="en-US" smtClean="0"/>
              <a:t>‹#›</a:t>
            </a:fld>
            <a:endParaRPr lang="en-US"/>
          </a:p>
        </p:txBody>
      </p:sp>
    </p:spTree>
    <p:extLst>
      <p:ext uri="{BB962C8B-B14F-4D97-AF65-F5344CB8AC3E}">
        <p14:creationId xmlns:p14="http://schemas.microsoft.com/office/powerpoint/2010/main" val="3763869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Picture Placeholder 2"/>
          <p:cNvSpPr>
            <a:spLocks noGrp="1" noChangeAspect="1"/>
          </p:cNvSpPr>
          <p:nvPr>
            <p:ph type="pic" idx="1"/>
          </p:nvPr>
        </p:nvSpPr>
        <p:spPr>
          <a:xfrm>
            <a:off x="3304282" y="1448226"/>
            <a:ext cx="3934778" cy="7147983"/>
          </a:xfrm>
        </p:spPr>
        <p:txBody>
          <a:bodyPr anchor="t"/>
          <a:lstStyle>
            <a:lvl1pPr marL="0" indent="0">
              <a:buNone/>
              <a:defRPr sz="2720"/>
            </a:lvl1pPr>
            <a:lvl2pPr marL="388620" indent="0">
              <a:buNone/>
              <a:defRPr sz="2380"/>
            </a:lvl2pPr>
            <a:lvl3pPr marL="777240" indent="0">
              <a:buNone/>
              <a:defRPr sz="2040"/>
            </a:lvl3pPr>
            <a:lvl4pPr marL="1165860" indent="0">
              <a:buNone/>
              <a:defRPr sz="1700"/>
            </a:lvl4pPr>
            <a:lvl5pPr marL="1554480" indent="0">
              <a:buNone/>
              <a:defRPr sz="1700"/>
            </a:lvl5pPr>
            <a:lvl6pPr marL="1943100" indent="0">
              <a:buNone/>
              <a:defRPr sz="1700"/>
            </a:lvl6pPr>
            <a:lvl7pPr marL="2331720" indent="0">
              <a:buNone/>
              <a:defRPr sz="1700"/>
            </a:lvl7pPr>
            <a:lvl8pPr marL="2720340" indent="0">
              <a:buNone/>
              <a:defRPr sz="1700"/>
            </a:lvl8pPr>
            <a:lvl9pPr marL="3108960" indent="0">
              <a:buNone/>
              <a:defRPr sz="1700"/>
            </a:lvl9pPr>
          </a:lstStyle>
          <a:p>
            <a:r>
              <a:rPr lang="en-US"/>
              <a:t>Click icon to add picture</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A144254C-7FE5-49D4-900A-CFC9EDE1AB2E}" type="datetimeFigureOut">
              <a:rPr lang="en-US" smtClean="0"/>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3BDD08-B77C-48BE-B72E-726FC7EE6552}" type="slidenum">
              <a:rPr lang="en-US" smtClean="0"/>
              <a:t>‹#›</a:t>
            </a:fld>
            <a:endParaRPr lang="en-US"/>
          </a:p>
        </p:txBody>
      </p:sp>
    </p:spTree>
    <p:extLst>
      <p:ext uri="{BB962C8B-B14F-4D97-AF65-F5344CB8AC3E}">
        <p14:creationId xmlns:p14="http://schemas.microsoft.com/office/powerpoint/2010/main" val="806903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44254C-7FE5-49D4-900A-CFC9EDE1AB2E}"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3BDD08-B77C-48BE-B72E-726FC7EE6552}" type="slidenum">
              <a:rPr lang="en-US" smtClean="0"/>
              <a:t>‹#›</a:t>
            </a:fld>
            <a:endParaRPr lang="en-US"/>
          </a:p>
        </p:txBody>
      </p:sp>
    </p:spTree>
    <p:extLst>
      <p:ext uri="{BB962C8B-B14F-4D97-AF65-F5344CB8AC3E}">
        <p14:creationId xmlns:p14="http://schemas.microsoft.com/office/powerpoint/2010/main" val="3223859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62124" y="535517"/>
            <a:ext cx="1675924" cy="85240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34353" y="535517"/>
            <a:ext cx="4930616" cy="85240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44254C-7FE5-49D4-900A-CFC9EDE1AB2E}"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3BDD08-B77C-48BE-B72E-726FC7EE6552}" type="slidenum">
              <a:rPr lang="en-US" smtClean="0"/>
              <a:t>‹#›</a:t>
            </a:fld>
            <a:endParaRPr lang="en-US"/>
          </a:p>
        </p:txBody>
      </p:sp>
    </p:spTree>
    <p:extLst>
      <p:ext uri="{BB962C8B-B14F-4D97-AF65-F5344CB8AC3E}">
        <p14:creationId xmlns:p14="http://schemas.microsoft.com/office/powerpoint/2010/main" val="4242521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4353" y="2677584"/>
            <a:ext cx="6703695" cy="638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4353" y="9322649"/>
            <a:ext cx="1748790" cy="535517"/>
          </a:xfrm>
          <a:prstGeom prst="rect">
            <a:avLst/>
          </a:prstGeom>
        </p:spPr>
        <p:txBody>
          <a:bodyPr vert="horz" lIns="91440" tIns="45720" rIns="91440" bIns="45720" rtlCol="0" anchor="ctr"/>
          <a:lstStyle>
            <a:lvl1pPr algn="l">
              <a:defRPr sz="1020">
                <a:solidFill>
                  <a:schemeClr val="tx1">
                    <a:tint val="75000"/>
                  </a:schemeClr>
                </a:solidFill>
              </a:defRPr>
            </a:lvl1pPr>
          </a:lstStyle>
          <a:p>
            <a:fld id="{A144254C-7FE5-49D4-900A-CFC9EDE1AB2E}" type="datetimeFigureOut">
              <a:rPr lang="en-US" smtClean="0"/>
              <a:t>7/19/2026</a:t>
            </a:fld>
            <a:endParaRPr lang="en-US"/>
          </a:p>
        </p:txBody>
      </p:sp>
      <p:sp>
        <p:nvSpPr>
          <p:cNvPr id="5" name="Footer Placeholder 4"/>
          <p:cNvSpPr>
            <a:spLocks noGrp="1"/>
          </p:cNvSpPr>
          <p:nvPr>
            <p:ph type="ftr" sz="quarter" idx="3"/>
          </p:nvPr>
        </p:nvSpPr>
        <p:spPr>
          <a:xfrm>
            <a:off x="2574608" y="9322649"/>
            <a:ext cx="2623185" cy="535517"/>
          </a:xfrm>
          <a:prstGeom prst="rect">
            <a:avLst/>
          </a:prstGeom>
        </p:spPr>
        <p:txBody>
          <a:bodyPr vert="horz" lIns="91440" tIns="45720" rIns="91440" bIns="45720" rtlCol="0" anchor="ctr"/>
          <a:lstStyle>
            <a:lvl1pPr algn="ctr">
              <a:defRPr sz="10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489258" y="9322649"/>
            <a:ext cx="1748790" cy="535517"/>
          </a:xfrm>
          <a:prstGeom prst="rect">
            <a:avLst/>
          </a:prstGeom>
        </p:spPr>
        <p:txBody>
          <a:bodyPr vert="horz" lIns="91440" tIns="45720" rIns="91440" bIns="45720" rtlCol="0" anchor="ctr"/>
          <a:lstStyle>
            <a:lvl1pPr algn="r">
              <a:defRPr sz="1020">
                <a:solidFill>
                  <a:schemeClr val="tx1">
                    <a:tint val="75000"/>
                  </a:schemeClr>
                </a:solidFill>
              </a:defRPr>
            </a:lvl1pPr>
          </a:lstStyle>
          <a:p>
            <a:fld id="{4F3BDD08-B77C-48BE-B72E-726FC7EE6552}" type="slidenum">
              <a:rPr lang="en-US" smtClean="0"/>
              <a:t>‹#›</a:t>
            </a:fld>
            <a:endParaRPr lang="en-US"/>
          </a:p>
        </p:txBody>
      </p:sp>
    </p:spTree>
    <p:extLst>
      <p:ext uri="{BB962C8B-B14F-4D97-AF65-F5344CB8AC3E}">
        <p14:creationId xmlns:p14="http://schemas.microsoft.com/office/powerpoint/2010/main" val="26559995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777240" rtl="0" eaLnBrk="1" latinLnBrk="0" hangingPunct="1">
        <a:lnSpc>
          <a:spcPct val="90000"/>
        </a:lnSpc>
        <a:spcBef>
          <a:spcPct val="0"/>
        </a:spcBef>
        <a:buNone/>
        <a:defRPr sz="3740" kern="1200">
          <a:solidFill>
            <a:schemeClr val="tx1"/>
          </a:solidFill>
          <a:latin typeface="+mj-lt"/>
          <a:ea typeface="+mj-ea"/>
          <a:cs typeface="+mj-cs"/>
        </a:defRPr>
      </a:lvl1pPr>
    </p:titleStyle>
    <p:body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899AC4C-9409-6678-99BA-A30997A43C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3943" y="3452436"/>
            <a:ext cx="2279650" cy="1570037"/>
          </a:xfrm>
          <a:prstGeom prst="roundRect">
            <a:avLst>
              <a:gd name="adj" fmla="val 16667"/>
            </a:avLst>
          </a:prstGeom>
          <a:noFill/>
          <a:ln w="9525" cap="sq" algn="ctr">
            <a:solidFill>
              <a:srgbClr val="C0C0C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sx="0" sy="0" algn="ctr" rotWithShape="0">
                    <a:srgbClr val="000000">
                      <a:alpha val="0"/>
                    </a:srgbClr>
                  </a:outerShdw>
                </a:effectLst>
              </a14:hiddenEffects>
            </a:ext>
          </a:extLst>
        </p:spPr>
      </p:pic>
      <p:sp>
        <p:nvSpPr>
          <p:cNvPr id="4" name="Text Box 3">
            <a:extLst>
              <a:ext uri="{FF2B5EF4-FFF2-40B4-BE49-F238E27FC236}">
                <a16:creationId xmlns:a16="http://schemas.microsoft.com/office/drawing/2014/main" id="{142C89C9-2BB6-BA81-E061-500125A95BD1}"/>
              </a:ext>
            </a:extLst>
          </p:cNvPr>
          <p:cNvSpPr txBox="1">
            <a:spLocks noChangeArrowheads="1"/>
          </p:cNvSpPr>
          <p:nvPr/>
        </p:nvSpPr>
        <p:spPr bwMode="auto">
          <a:xfrm>
            <a:off x="8102993" y="3068261"/>
            <a:ext cx="2219325" cy="34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txBody>
          <a:bodyPr vert="horz" wrap="square" lIns="36576" tIns="36576" rIns="36576" bIns="36576"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Tw Cen MT" panose="020B0602020104020603" pitchFamily="34" charset="0"/>
              </a:rPr>
              <a:t>Photo box if needed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 name="Text Box 18">
            <a:extLst>
              <a:ext uri="{FF2B5EF4-FFF2-40B4-BE49-F238E27FC236}">
                <a16:creationId xmlns:a16="http://schemas.microsoft.com/office/drawing/2014/main" id="{8593CD26-FF14-E18F-69E1-B3F019AC6FB3}"/>
              </a:ext>
            </a:extLst>
          </p:cNvPr>
          <p:cNvSpPr txBox="1">
            <a:spLocks noChangeArrowheads="1"/>
          </p:cNvSpPr>
          <p:nvPr/>
        </p:nvSpPr>
        <p:spPr bwMode="auto">
          <a:xfrm>
            <a:off x="1463066" y="2606666"/>
            <a:ext cx="5240338" cy="4000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Tw Cen MT" panose="020B0602020104020603" pitchFamily="34" charset="0"/>
              </a:rPr>
              <a:t>January 18, 2023</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Text Box 19">
            <a:extLst>
              <a:ext uri="{FF2B5EF4-FFF2-40B4-BE49-F238E27FC236}">
                <a16:creationId xmlns:a16="http://schemas.microsoft.com/office/drawing/2014/main" id="{E63A0389-C802-5DE3-1857-F807D6E7C8B9}"/>
              </a:ext>
            </a:extLst>
          </p:cNvPr>
          <p:cNvSpPr txBox="1">
            <a:spLocks noChangeArrowheads="1"/>
          </p:cNvSpPr>
          <p:nvPr/>
        </p:nvSpPr>
        <p:spPr bwMode="auto">
          <a:xfrm>
            <a:off x="753156" y="3370620"/>
            <a:ext cx="6283325" cy="1414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txBody>
          <a:bodyPr vert="horz" wrap="square" lIns="36576" tIns="36576" rIns="36576" bIns="36576" numCol="1" anchor="t" anchorCtr="0" compatLnSpc="1">
            <a:prstTxWarp prst="textNoShape">
              <a:avLst/>
            </a:prstTxWarp>
          </a:bodyPr>
          <a:lstStyle/>
          <a:p>
            <a:r>
              <a:rPr lang="en-US" sz="1200" dirty="0">
                <a:latin typeface="Tw Cen MT" panose="020B0602020104020603" pitchFamily="34" charset="0"/>
              </a:rPr>
              <a:t>Pillows are an important part of daily life because they provide comfort and support during sleep. They help keep the head, neck, and spine properly aligned, which can reduce pain and improve sleep quality. Pillows are made from various materials such as memory foam, feathers, polyester, and latex, allowing people to choose one that suits their preferences. Different sleeping positions often require different pillow types for the best support. In addition to sleeping, pillows are used for decoration, relaxation, and travel. Decorative pillows enhance the appearance of homes, while travel pillows make long journeys more comfortable. Regular cleaning and replacing old pillows helps maintain hygiene by reducing dust, allergens, and bacteria. Modern pillows also include features such as cooling fabrics and hypoallergenic materials for added comfort. Although they seem like simple household items, pillows play an important role in promoting better rest, improving overall well-being, and making everyday life more comfortable for people around the world.</a:t>
            </a:r>
          </a:p>
        </p:txBody>
      </p:sp>
      <p:sp>
        <p:nvSpPr>
          <p:cNvPr id="21" name="Text Box 20">
            <a:extLst>
              <a:ext uri="{FF2B5EF4-FFF2-40B4-BE49-F238E27FC236}">
                <a16:creationId xmlns:a16="http://schemas.microsoft.com/office/drawing/2014/main" id="{67A07F28-9BFC-BABB-3A5A-54FD41075EAF}"/>
              </a:ext>
            </a:extLst>
          </p:cNvPr>
          <p:cNvSpPr txBox="1">
            <a:spLocks noChangeArrowheads="1"/>
          </p:cNvSpPr>
          <p:nvPr/>
        </p:nvSpPr>
        <p:spPr bwMode="auto">
          <a:xfrm>
            <a:off x="753156" y="6136630"/>
            <a:ext cx="6283325" cy="1963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txBody>
          <a:bodyPr vert="horz" wrap="square" lIns="36576" tIns="36576" rIns="36576" bIns="36576" numCol="1" anchor="t" anchorCtr="0" compatLnSpc="1">
            <a:prstTxWarp prst="textNoShape">
              <a:avLst/>
            </a:prstTxWarp>
          </a:bodyPr>
          <a:lstStyle/>
          <a:p>
            <a:pPr marL="176213" marR="0" lvl="0" indent="-176213" algn="l" defTabSz="914400" rtl="0" eaLnBrk="0" fontAlgn="base" latinLnBrk="0" hangingPunct="0">
              <a:lnSpc>
                <a:spcPct val="100000"/>
              </a:lnSpc>
              <a:spcBef>
                <a:spcPct val="0"/>
              </a:spcBef>
              <a:spcAft>
                <a:spcPts val="300"/>
              </a:spcAft>
              <a:buClrTx/>
              <a:buSzPts val="1000"/>
              <a:buFont typeface="Symbol" panose="05050102010706020507" pitchFamily="18" charset="2"/>
              <a:buChar char="·"/>
              <a:tabLst/>
            </a:pPr>
            <a:r>
              <a:rPr kumimoji="0" lang="en-US" altLang="en-US" sz="1200" b="0" i="0" u="none" strike="noStrike" cap="none" normalizeH="0" baseline="0" dirty="0">
                <a:ln>
                  <a:noFill/>
                </a:ln>
                <a:solidFill>
                  <a:srgbClr val="000000"/>
                </a:solidFill>
                <a:effectLst/>
                <a:latin typeface="Tw Cen MT" panose="020B0602020104020603" pitchFamily="34" charset="0"/>
              </a:rPr>
              <a:t>Associates meaning to familiar words</a:t>
            </a:r>
          </a:p>
          <a:p>
            <a:pPr marL="176213" marR="0" lvl="0" indent="-176213" algn="l" defTabSz="914400" rtl="0" eaLnBrk="0" fontAlgn="base" latinLnBrk="0" hangingPunct="0">
              <a:lnSpc>
                <a:spcPct val="100000"/>
              </a:lnSpc>
              <a:spcBef>
                <a:spcPct val="0"/>
              </a:spcBef>
              <a:spcAft>
                <a:spcPts val="300"/>
              </a:spcAft>
              <a:buClrTx/>
              <a:buSzPts val="1000"/>
              <a:buFont typeface="Symbol" panose="05050102010706020507" pitchFamily="18" charset="2"/>
              <a:buChar char="·"/>
              <a:tabLst/>
            </a:pPr>
            <a:r>
              <a:rPr kumimoji="0" lang="en-US" altLang="en-US" sz="1200" b="0" i="0" u="none" strike="noStrike" cap="none" normalizeH="0" baseline="0" dirty="0">
                <a:ln>
                  <a:noFill/>
                </a:ln>
                <a:solidFill>
                  <a:srgbClr val="000000"/>
                </a:solidFill>
                <a:effectLst/>
                <a:latin typeface="Tw Cen MT" panose="020B0602020104020603" pitchFamily="34" charset="0"/>
              </a:rPr>
              <a:t>Attends to baby sign language</a:t>
            </a:r>
          </a:p>
          <a:p>
            <a:pPr marL="176213" marR="0" lvl="0" indent="-176213" algn="l" defTabSz="914400" rtl="0" eaLnBrk="0" fontAlgn="base" latinLnBrk="0" hangingPunct="0">
              <a:lnSpc>
                <a:spcPct val="100000"/>
              </a:lnSpc>
              <a:spcBef>
                <a:spcPct val="0"/>
              </a:spcBef>
              <a:spcAft>
                <a:spcPts val="300"/>
              </a:spcAft>
              <a:buClrTx/>
              <a:buSzPts val="1000"/>
              <a:buFont typeface="Symbol" panose="05050102010706020507" pitchFamily="18" charset="2"/>
              <a:buChar char="·"/>
              <a:tabLst/>
            </a:pPr>
            <a:r>
              <a:rPr kumimoji="0" lang="en-US" altLang="en-US" sz="1200" b="0" i="0" u="none" strike="noStrike" cap="none" normalizeH="0" baseline="0" dirty="0">
                <a:ln>
                  <a:noFill/>
                </a:ln>
                <a:solidFill>
                  <a:srgbClr val="000000"/>
                </a:solidFill>
                <a:effectLst/>
                <a:latin typeface="Tw Cen MT" panose="020B0602020104020603" pitchFamily="34" charset="0"/>
              </a:rPr>
              <a:t>Reaches for toys</a:t>
            </a:r>
          </a:p>
          <a:p>
            <a:pPr marL="176213" marR="0" lvl="0" indent="-176213" algn="l" defTabSz="914400" rtl="0" eaLnBrk="0" fontAlgn="base" latinLnBrk="0" hangingPunct="0">
              <a:lnSpc>
                <a:spcPct val="100000"/>
              </a:lnSpc>
              <a:spcBef>
                <a:spcPct val="0"/>
              </a:spcBef>
              <a:spcAft>
                <a:spcPts val="300"/>
              </a:spcAft>
              <a:buClrTx/>
              <a:buSzPts val="1000"/>
              <a:buFont typeface="Symbol" panose="05050102010706020507" pitchFamily="18" charset="2"/>
              <a:buChar char="·"/>
              <a:tabLst/>
            </a:pPr>
            <a:r>
              <a:rPr kumimoji="0" lang="en-US" altLang="en-US" sz="1200" b="0" i="0" u="none" strike="noStrike" cap="none" normalizeH="0" baseline="0" dirty="0">
                <a:ln>
                  <a:noFill/>
                </a:ln>
                <a:solidFill>
                  <a:srgbClr val="000000"/>
                </a:solidFill>
                <a:effectLst/>
                <a:latin typeface="Tw Cen MT" panose="020B0602020104020603" pitchFamily="34" charset="0"/>
              </a:rPr>
              <a:t>Grasps toys</a:t>
            </a:r>
          </a:p>
          <a:p>
            <a:pPr marL="176213" marR="0" lvl="0" indent="-176213" algn="l" defTabSz="914400" rtl="0" eaLnBrk="0" fontAlgn="base" latinLnBrk="0" hangingPunct="0">
              <a:lnSpc>
                <a:spcPct val="100000"/>
              </a:lnSpc>
              <a:spcBef>
                <a:spcPct val="0"/>
              </a:spcBef>
              <a:spcAft>
                <a:spcPts val="300"/>
              </a:spcAft>
              <a:buClrTx/>
              <a:buSzPts val="1000"/>
              <a:buFont typeface="Symbol" panose="05050102010706020507" pitchFamily="18" charset="2"/>
              <a:buChar char="·"/>
              <a:tabLst/>
            </a:pPr>
            <a:r>
              <a:rPr kumimoji="0" lang="en-US" altLang="en-US" sz="1200" b="0" i="0" u="none" strike="noStrike" cap="none" normalizeH="0" baseline="0" dirty="0">
                <a:ln>
                  <a:noFill/>
                </a:ln>
                <a:solidFill>
                  <a:srgbClr val="000000"/>
                </a:solidFill>
                <a:effectLst/>
                <a:latin typeface="Tw Cen MT" panose="020B0602020104020603" pitchFamily="34" charset="0"/>
              </a:rPr>
              <a:t>Uses fingers and palms to hold objects</a:t>
            </a:r>
          </a:p>
          <a:p>
            <a:pPr marL="176213" marR="0" lvl="0" indent="-176213" algn="l" defTabSz="914400" rtl="0" eaLnBrk="0" fontAlgn="base" latinLnBrk="0" hangingPunct="0">
              <a:lnSpc>
                <a:spcPct val="100000"/>
              </a:lnSpc>
              <a:spcBef>
                <a:spcPct val="0"/>
              </a:spcBef>
              <a:spcAft>
                <a:spcPts val="300"/>
              </a:spcAft>
              <a:buClrTx/>
              <a:buSzPts val="1000"/>
              <a:buFont typeface="Symbol" panose="05050102010706020507" pitchFamily="18" charset="2"/>
              <a:buChar char="·"/>
              <a:tabLst/>
            </a:pPr>
            <a:r>
              <a:rPr kumimoji="0" lang="en-US" altLang="en-US" sz="1200" b="0" i="0" u="none" strike="noStrike" cap="none" normalizeH="0" baseline="0" dirty="0">
                <a:ln>
                  <a:noFill/>
                </a:ln>
                <a:solidFill>
                  <a:srgbClr val="000000"/>
                </a:solidFill>
                <a:effectLst/>
                <a:latin typeface="Tw Cen MT" panose="020B0602020104020603" pitchFamily="34" charset="0"/>
              </a:rPr>
              <a:t>Explores texture and sensation</a:t>
            </a:r>
          </a:p>
          <a:p>
            <a:pPr marL="176213" marR="0" lvl="0" indent="-176213" algn="l" defTabSz="914400" rtl="0" eaLnBrk="0" fontAlgn="base" latinLnBrk="0" hangingPunct="0">
              <a:lnSpc>
                <a:spcPct val="100000"/>
              </a:lnSpc>
              <a:spcBef>
                <a:spcPct val="0"/>
              </a:spcBef>
              <a:spcAft>
                <a:spcPts val="300"/>
              </a:spcAft>
              <a:buClrTx/>
              <a:buSzPts val="1000"/>
              <a:buFont typeface="Symbol" panose="05050102010706020507" pitchFamily="18" charset="2"/>
              <a:buChar char="·"/>
              <a:tabLst/>
            </a:pPr>
            <a:r>
              <a:rPr kumimoji="0" lang="en-US" altLang="en-US" sz="1200" b="0" i="0" u="none" strike="noStrike" cap="none" normalizeH="0" baseline="0" dirty="0">
                <a:ln>
                  <a:noFill/>
                </a:ln>
                <a:solidFill>
                  <a:srgbClr val="000000"/>
                </a:solidFill>
                <a:effectLst/>
                <a:latin typeface="Tw Cen MT" panose="020B0602020104020603" pitchFamily="34" charset="0"/>
              </a:rPr>
              <a:t>Explores multi-sensory activities</a:t>
            </a:r>
          </a:p>
          <a:p>
            <a:pPr marL="176213" marR="0" lvl="0" indent="-176213" algn="l" defTabSz="914400" rtl="0" eaLnBrk="0" fontAlgn="base" latinLnBrk="0" hangingPunct="0">
              <a:lnSpc>
                <a:spcPct val="100000"/>
              </a:lnSpc>
              <a:spcBef>
                <a:spcPct val="0"/>
              </a:spcBef>
              <a:spcAft>
                <a:spcPts val="300"/>
              </a:spcAft>
              <a:buClrTx/>
              <a:buSzPts val="1000"/>
              <a:buFont typeface="Symbol" panose="05050102010706020507" pitchFamily="18" charset="2"/>
              <a:buChar char="·"/>
              <a:tabLst/>
            </a:pPr>
            <a:r>
              <a:rPr kumimoji="0" lang="en-US" altLang="en-US" sz="1200" b="0" i="0" u="none" strike="noStrike" cap="none" normalizeH="0" baseline="0" dirty="0">
                <a:ln>
                  <a:noFill/>
                </a:ln>
                <a:solidFill>
                  <a:srgbClr val="000000"/>
                </a:solidFill>
                <a:effectLst/>
                <a:latin typeface="Tw Cen MT" panose="020B0602020104020603" pitchFamily="34" charset="0"/>
              </a:rPr>
              <a:t>Shows some understanding of cause and effect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2" name="Text Box 21">
            <a:extLst>
              <a:ext uri="{FF2B5EF4-FFF2-40B4-BE49-F238E27FC236}">
                <a16:creationId xmlns:a16="http://schemas.microsoft.com/office/drawing/2014/main" id="{81EC45D4-0AD2-180C-A433-13B16491A874}"/>
              </a:ext>
            </a:extLst>
          </p:cNvPr>
          <p:cNvSpPr txBox="1">
            <a:spLocks noChangeArrowheads="1"/>
          </p:cNvSpPr>
          <p:nvPr/>
        </p:nvSpPr>
        <p:spPr bwMode="auto">
          <a:xfrm>
            <a:off x="753156" y="8500441"/>
            <a:ext cx="6194425" cy="1249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txBody>
          <a:bodyPr vert="horz" wrap="square" lIns="36576" tIns="36576" rIns="36576" bIns="36576" numCol="1" anchor="t" anchorCtr="0" compatLnSpc="1">
            <a:prstTxWarp prst="textNoShape">
              <a:avLst/>
            </a:prstTxWarp>
          </a:bodyPr>
          <a:lstStyle/>
          <a:p>
            <a:pPr marL="169863" marR="0" lvl="0" indent="-169863" algn="l" defTabSz="914400" rtl="0" eaLnBrk="0" fontAlgn="base" latinLnBrk="0" hangingPunct="0">
              <a:lnSpc>
                <a:spcPct val="100000"/>
              </a:lnSpc>
              <a:spcBef>
                <a:spcPct val="0"/>
              </a:spcBef>
              <a:spcAft>
                <a:spcPts val="300"/>
              </a:spcAft>
              <a:buClrTx/>
              <a:buSzPts val="1000"/>
              <a:buFont typeface="Symbol" panose="05050102010706020507" pitchFamily="18" charset="2"/>
              <a:buChar char="·"/>
              <a:tabLst/>
            </a:pPr>
            <a:r>
              <a:rPr kumimoji="0" lang="en-US" altLang="en-US" sz="1200" b="0" i="0" u="none" strike="noStrike" cap="none" normalizeH="0" baseline="0" dirty="0">
                <a:ln>
                  <a:noFill/>
                </a:ln>
                <a:solidFill>
                  <a:srgbClr val="000000"/>
                </a:solidFill>
                <a:effectLst/>
                <a:latin typeface="Tw Cen MT" panose="020B0602020104020603" pitchFamily="34" charset="0"/>
              </a:rPr>
              <a:t>Language and Literacy</a:t>
            </a:r>
          </a:p>
          <a:p>
            <a:pPr marL="169863" marR="0" lvl="0" indent="-169863" algn="l" defTabSz="914400" rtl="0" eaLnBrk="0" fontAlgn="base" latinLnBrk="0" hangingPunct="0">
              <a:lnSpc>
                <a:spcPct val="100000"/>
              </a:lnSpc>
              <a:spcBef>
                <a:spcPct val="0"/>
              </a:spcBef>
              <a:spcAft>
                <a:spcPts val="300"/>
              </a:spcAft>
              <a:buClrTx/>
              <a:buSzPts val="1000"/>
              <a:buFont typeface="Symbol" panose="05050102010706020507" pitchFamily="18" charset="2"/>
              <a:buChar char="·"/>
              <a:tabLst/>
            </a:pPr>
            <a:r>
              <a:rPr kumimoji="0" lang="en-US" altLang="en-US" sz="1200" b="0" i="0" u="none" strike="noStrike" cap="none" normalizeH="0" baseline="0" dirty="0">
                <a:ln>
                  <a:noFill/>
                </a:ln>
                <a:solidFill>
                  <a:srgbClr val="000000"/>
                </a:solidFill>
                <a:effectLst/>
                <a:latin typeface="Tw Cen MT" panose="020B0602020104020603" pitchFamily="34" charset="0"/>
              </a:rPr>
              <a:t>Wellness</a:t>
            </a:r>
          </a:p>
          <a:p>
            <a:pPr marL="169863" marR="0" lvl="0" indent="-169863" algn="l" defTabSz="914400" rtl="0" eaLnBrk="0" fontAlgn="base" latinLnBrk="0" hangingPunct="0">
              <a:lnSpc>
                <a:spcPct val="100000"/>
              </a:lnSpc>
              <a:spcBef>
                <a:spcPct val="0"/>
              </a:spcBef>
              <a:spcAft>
                <a:spcPts val="300"/>
              </a:spcAft>
              <a:buClrTx/>
              <a:buSzPts val="1000"/>
              <a:buFont typeface="Symbol" panose="05050102010706020507" pitchFamily="18" charset="2"/>
              <a:buChar char="·"/>
              <a:tabLst/>
            </a:pPr>
            <a:r>
              <a:rPr kumimoji="0" lang="en-US" altLang="en-US" sz="1200" b="0" i="0" u="none" strike="noStrike" cap="none" normalizeH="0" baseline="0" dirty="0">
                <a:ln>
                  <a:noFill/>
                </a:ln>
                <a:solidFill>
                  <a:srgbClr val="000000"/>
                </a:solidFill>
                <a:effectLst/>
                <a:latin typeface="Tw Cen MT" panose="020B0602020104020603" pitchFamily="34" charset="0"/>
              </a:rPr>
              <a:t>Creative Expression</a:t>
            </a:r>
          </a:p>
          <a:p>
            <a:pPr marL="169863" marR="0" lvl="0" indent="-169863" algn="l" defTabSz="914400" rtl="0" eaLnBrk="0" fontAlgn="base" latinLnBrk="0" hangingPunct="0">
              <a:lnSpc>
                <a:spcPct val="100000"/>
              </a:lnSpc>
              <a:spcBef>
                <a:spcPct val="0"/>
              </a:spcBef>
              <a:spcAft>
                <a:spcPts val="300"/>
              </a:spcAft>
              <a:buClrTx/>
              <a:buSzPts val="1000"/>
              <a:buFont typeface="Symbol" panose="05050102010706020507" pitchFamily="18" charset="2"/>
              <a:buChar char="·"/>
              <a:tabLst/>
            </a:pPr>
            <a:r>
              <a:rPr kumimoji="0" lang="en-US" altLang="en-US" sz="1200" b="0" i="0" u="none" strike="noStrike" cap="none" normalizeH="0" baseline="0" dirty="0">
                <a:ln>
                  <a:noFill/>
                </a:ln>
                <a:solidFill>
                  <a:srgbClr val="000000"/>
                </a:solidFill>
                <a:effectLst/>
                <a:latin typeface="Tw Cen MT" panose="020B0602020104020603" pitchFamily="34" charset="0"/>
              </a:rPr>
              <a:t>Mathematics</a:t>
            </a:r>
          </a:p>
          <a:p>
            <a:pPr marL="169863" marR="0" lvl="0" indent="-169863" algn="l" defTabSz="914400" rtl="0" eaLnBrk="0" fontAlgn="base" latinLnBrk="0" hangingPunct="0">
              <a:lnSpc>
                <a:spcPct val="100000"/>
              </a:lnSpc>
              <a:spcBef>
                <a:spcPct val="0"/>
              </a:spcBef>
              <a:spcAft>
                <a:spcPts val="300"/>
              </a:spcAft>
              <a:buClrTx/>
              <a:buSzPts val="1000"/>
              <a:buFont typeface="Symbol" panose="05050102010706020507" pitchFamily="18" charset="2"/>
              <a:buChar char="·"/>
              <a:tabLst/>
            </a:pPr>
            <a:r>
              <a:rPr kumimoji="0" lang="en-US" altLang="en-US" sz="1200" b="0" i="0" u="none" strike="noStrike" cap="none" normalizeH="0" baseline="0" dirty="0">
                <a:ln>
                  <a:noFill/>
                </a:ln>
                <a:solidFill>
                  <a:srgbClr val="000000"/>
                </a:solidFill>
                <a:effectLst/>
                <a:latin typeface="Tw Cen MT" panose="020B0602020104020603" pitchFamily="34" charset="0"/>
              </a:rPr>
              <a:t>Social Emotional</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9675476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9ECBEE6A9F992489431330E4269E269" ma:contentTypeVersion="12" ma:contentTypeDescription="Create a new document." ma:contentTypeScope="" ma:versionID="b02b9bd54e353efd685ddf79ef0df0dc">
  <xsd:schema xmlns:xsd="http://www.w3.org/2001/XMLSchema" xmlns:xs="http://www.w3.org/2001/XMLSchema" xmlns:p="http://schemas.microsoft.com/office/2006/metadata/properties" xmlns:ns2="46c134e8-bef0-482e-9f1c-a7294db10c31" xmlns:ns3="1d23d722-efd0-4caf-8689-3c9efa67bc8c" targetNamespace="http://schemas.microsoft.com/office/2006/metadata/properties" ma:root="true" ma:fieldsID="5ffc59caf5ffb47c7f18d11ff180c2a0" ns2:_="" ns3:_="">
    <xsd:import namespace="46c134e8-bef0-482e-9f1c-a7294db10c31"/>
    <xsd:import namespace="1d23d722-efd0-4caf-8689-3c9efa67bc8c"/>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lcf76f155ced4ddcb4097134ff3c332f" minOccurs="0"/>
                <xsd:element ref="ns2:TaxCatchAll" minOccurs="0"/>
                <xsd:element ref="ns3:MediaServiceGenerationTime" minOccurs="0"/>
                <xsd:element ref="ns3:MediaServiceEventHashCode" minOccurs="0"/>
                <xsd:element ref="ns3:MediaServiceOCR" minOccurs="0"/>
                <xsd:element ref="ns3:MediaServiceDateTaken" minOccurs="0"/>
                <xsd:element ref="ns3:Description"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c134e8-bef0-482e-9f1c-a7294db10c31"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15" nillable="true" ma:displayName="Taxonomy Catch All Column" ma:hidden="true" ma:list="c8af7089-8f60-480e-b7fc-8fd0a88024a1" ma:internalName="TaxCatchAll" ma:showField="CatchAllData" ma:web="46c134e8-bef0-482e-9f1c-a7294db10c31">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d23d722-efd0-4caf-8689-3c9efa67bc8c"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dfbfa43-a59f-45b3-a2f4-2ef0c079dc30"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Description" ma:index="20" nillable="true" ma:displayName="Description " ma:format="Dropdown" ma:internalName="Description">
      <xsd:simpleType>
        <xsd:restriction base="dms:Text">
          <xsd:maxLength value="255"/>
        </xsd:restrictio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dlc_DocId xmlns="46c134e8-bef0-482e-9f1c-a7294db10c31">RZXFP22AZQT3-1443949671-2</_dlc_DocId>
    <_dlc_DocIdUrl xmlns="46c134e8-bef0-482e-9f1c-a7294db10c31">
      <Url>https://nlcinccom.sharepoint.com/ed/_layouts/15/DocIdRedir.aspx?ID=RZXFP22AZQT3-1443949671-2</Url>
      <Description>RZXFP22AZQT3-1443949671-2</Description>
    </_dlc_DocIdUrl>
    <lcf76f155ced4ddcb4097134ff3c332f xmlns="1d23d722-efd0-4caf-8689-3c9efa67bc8c">
      <Terms xmlns="http://schemas.microsoft.com/office/infopath/2007/PartnerControls"/>
    </lcf76f155ced4ddcb4097134ff3c332f>
    <TaxCatchAll xmlns="46c134e8-bef0-482e-9f1c-a7294db10c31" xsi:nil="true"/>
    <Description xmlns="1d23d722-efd0-4caf-8689-3c9efa67bc8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D32A58ED-0C81-4BE2-A97E-1C90CB8E0A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6c134e8-bef0-482e-9f1c-a7294db10c31"/>
    <ds:schemaRef ds:uri="1d23d722-efd0-4caf-8689-3c9efa67bc8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E592711-B571-4DAB-A88F-D321DDCDD15C}">
  <ds:schemaRefs>
    <ds:schemaRef ds:uri="http://purl.org/dc/terms/"/>
    <ds:schemaRef ds:uri="http://schemas.microsoft.com/office/infopath/2007/PartnerControls"/>
    <ds:schemaRef ds:uri="http://purl.org/dc/dcmitype/"/>
    <ds:schemaRef ds:uri="http://purl.org/dc/elements/1.1/"/>
    <ds:schemaRef ds:uri="http://schemas.microsoft.com/office/2006/documentManagement/types"/>
    <ds:schemaRef ds:uri="http://schemas.microsoft.com/office/2006/metadata/properties"/>
    <ds:schemaRef ds:uri="http://www.w3.org/XML/1998/namespace"/>
    <ds:schemaRef ds:uri="http://schemas.openxmlformats.org/package/2006/metadata/core-properties"/>
    <ds:schemaRef ds:uri="1d23d722-efd0-4caf-8689-3c9efa67bc8c"/>
    <ds:schemaRef ds:uri="46c134e8-bef0-482e-9f1c-a7294db10c31"/>
  </ds:schemaRefs>
</ds:datastoreItem>
</file>

<file path=customXml/itemProps3.xml><?xml version="1.0" encoding="utf-8"?>
<ds:datastoreItem xmlns:ds="http://schemas.openxmlformats.org/officeDocument/2006/customXml" ds:itemID="{E579EB95-1973-4674-B241-1BCE1991650D}">
  <ds:schemaRefs>
    <ds:schemaRef ds:uri="http://schemas.microsoft.com/sharepoint/v3/contenttype/forms"/>
  </ds:schemaRefs>
</ds:datastoreItem>
</file>

<file path=customXml/itemProps4.xml><?xml version="1.0" encoding="utf-8"?>
<ds:datastoreItem xmlns:ds="http://schemas.openxmlformats.org/officeDocument/2006/customXml" ds:itemID="{EB40C345-5DED-434E-935D-D46D1B16FFBC}">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Office Theme</Template>
  <TotalTime>29</TotalTime>
  <Words>234</Words>
  <Application>Microsoft Office PowerPoint</Application>
  <PresentationFormat>Custom</PresentationFormat>
  <Paragraphs>16</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Symbol</vt:lpstr>
      <vt:lpstr>Tw Cen MT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Linda Collinson</dc:creator>
  <cp:lastModifiedBy>Chandradeep Vala</cp:lastModifiedBy>
  <cp:revision>52</cp:revision>
  <dcterms:created xsi:type="dcterms:W3CDTF">2022-11-21T20:21:36Z</dcterms:created>
  <dcterms:modified xsi:type="dcterms:W3CDTF">2026-07-19T13:19:06Z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0x010100A9ECBEE6A9F992489431330E4269E269</vt:lpwstr>
  </property>
  <property fmtid="{D5CDD505-2E9C-101B-9397-08002B2CF9AE}" pid="3" name="_dlc_DocIdItemGuid">
    <vt:lpwstr>4c4f8a2a-1d85-4345-b308-2008434984a2</vt:lpwstr>
  </property>
  <property fmtid="{D5CDD505-2E9C-101B-9397-08002B2CF9AE}" pid="4" name="MediaServiceImageTags">
    <vt:lpwstr/>
  </property>
  <property fmtid="{D5CDD505-2E9C-101B-9397-08002B2CF9AE}" pid="5" name="MSIP_Label_3bb46c77-3b58-4101-b463-cd3b3d516e4a_Enabled">
    <vt:lpwstr>true</vt:lpwstr>
  </property>
  <property fmtid="{D5CDD505-2E9C-101B-9397-08002B2CF9AE}" pid="6" name="MSIP_Label_3bb46c77-3b58-4101-b463-cd3b3d516e4a_SetDate">
    <vt:lpwstr>2026-07-19T13:04:51Z</vt:lpwstr>
  </property>
  <property fmtid="{D5CDD505-2E9C-101B-9397-08002B2CF9AE}" pid="7" name="MSIP_Label_3bb46c77-3b58-4101-b463-cd3b3d516e4a_Method">
    <vt:lpwstr>Privileged</vt:lpwstr>
  </property>
  <property fmtid="{D5CDD505-2E9C-101B-9397-08002B2CF9AE}" pid="8" name="MSIP_Label_3bb46c77-3b58-4101-b463-cd3b3d516e4a_Name">
    <vt:lpwstr>Non-Business</vt:lpwstr>
  </property>
  <property fmtid="{D5CDD505-2E9C-101B-9397-08002B2CF9AE}" pid="9" name="MSIP_Label_3bb46c77-3b58-4101-b463-cd3b3d516e4a_SiteId">
    <vt:lpwstr>311b3378-8e8a-4b5e-a33f-e80a3d8ba60a</vt:lpwstr>
  </property>
  <property fmtid="{D5CDD505-2E9C-101B-9397-08002B2CF9AE}" pid="10" name="MSIP_Label_3bb46c77-3b58-4101-b463-cd3b3d516e4a_ActionId">
    <vt:lpwstr>a260676e-e3e8-4d5c-83a0-6a51e8480a97</vt:lpwstr>
  </property>
  <property fmtid="{D5CDD505-2E9C-101B-9397-08002B2CF9AE}" pid="11" name="MSIP_Label_3bb46c77-3b58-4101-b463-cd3b3d516e4a_ContentBits">
    <vt:lpwstr>0</vt:lpwstr>
  </property>
  <property fmtid="{D5CDD505-2E9C-101B-9397-08002B2CF9AE}" pid="12" name="MSIP_Label_3bb46c77-3b58-4101-b463-cd3b3d516e4a_Tag">
    <vt:lpwstr>10, 0, 1, 1</vt:lpwstr>
  </property>
</Properties>
</file>